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D2B6E1-62F8-B2C4-3485-DD7A7E5F1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buNone/>
              <a:defRPr sz="60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AFCDFDB-FB3A-F1CB-E9BB-3232E7179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E20081-FA11-20FF-8C56-32BF76EEEE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569AB62-753A-4A8F-B6B1-248FDD707888}" type="datetime1">
              <a:t>2026/10/26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442CDF-EEE0-5CD1-EA29-E23E86F333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2026年●月●日　業務連絡会議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C85AC6-E66D-5946-6E40-E182989C1D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BC1460-F414-4C6E-90D4-E0190E60DE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401A9E-0C07-68CA-DB60-B8A437511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36F3FB-0A65-D090-0BDB-84A7CF681967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2E7310-F3F6-43ED-0D7E-64E56DFEB1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4BB6EC0-DA69-47FE-B479-DF7903FF37B2}" type="datetime1">
              <a:t>2026/10/26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531F80-A306-0248-9F64-45593E5CCB0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2026年●月●日　業務連絡会議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4E4781-0C10-CD20-A0C4-9DAB9A2770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BC1460-F414-4C6E-90D4-E0190E60DE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BE2EC8-F1E4-ED17-ADC3-7C451B28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AD9B21-D143-0643-215D-8B00FCAF1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89D27C-F2E4-67A8-9806-05EDC64B86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662D36D-7050-40DA-BFC3-BD21264A2FCF}" type="datetime1">
              <a:t>2026/10/26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5BBB73-3FA9-DDCA-2393-12846154A0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2026年●月●日　業務連絡会議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528703-FB00-36DC-27DA-720DE3DEF8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BC1460-F414-4C6E-90D4-E0190E60DE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0BCF61-B72D-AEB4-1EA1-7C4D3BC3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0C787F-ACA0-C859-D56A-7537682FA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54F840C-988F-4815-1D23-2A6AAF4ADF7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432BEE-242E-2D72-1ED6-E9C0CD979D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CB89071-FACE-44B2-8EB0-5B08967C4414}" type="datetime1">
              <a:t>2026/10/26</a:t>
            </a:fld>
            <a:endParaRPr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A24F72-DEDE-F4A0-D4DF-73DF873FF9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2026年●月●日　業務連絡会議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691A0A-FAC4-36BE-25A8-21F71756A0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BC1460-F414-4C6E-90D4-E0190E60DE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80350-D04A-8AA9-C77C-9668F40CA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954434-0DDD-AD3D-493D-8A8660918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78309E-8902-99CE-D9EC-647B9B84FBF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5A9C32C-458B-2743-E0FE-A3BB17DEDC1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EE0CF9F-5980-1AE2-5B82-9DABC959735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2D921EB-5632-58DD-FA30-E585358DA87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4EBE6B-4649-4456-BE01-F310ACCC2A23}" type="datetime1">
              <a:t>2026/10/26</a:t>
            </a:fld>
            <a:endParaRPr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926BABD-D173-0937-3D3A-4EAA2DDBCE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2026年●月●日　業務連絡会議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6B5EEF7-4A33-A90E-27A6-54DAC6BB22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BC1460-F414-4C6E-90D4-E0190E60DE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A7FA87-B590-AF62-6343-BB199E3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8A35A70-4D98-B82D-1FC4-764B8C6877C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FA9ABB6-0AD8-412B-A3FF-68EBF715BC9C}" type="datetime1">
              <a:t>2026/10/26</a:t>
            </a:fld>
            <a:endParaRPr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9792D2F-FF46-1EF5-2E38-27D1B7AA57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2026年●月●日　業務連絡会議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463498-003C-9A49-2114-8D18D76932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BC1460-F414-4C6E-90D4-E0190E60DE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9125471-CCD6-2181-9145-56E19FA76B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6B1ECB8-3B0E-40B4-BB5C-B5F5826548AB}" type="datetime1">
              <a:t>2026/10/26</a:t>
            </a:fld>
            <a:endParaRPr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9D431D2-9417-BF1B-5DA5-2B195498B7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2026年●月●日　業務連絡会議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9C2E92B-C835-DE88-3BD6-5AE20CFD8F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BC1460-F414-4C6E-90D4-E0190E60DE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B1D9F9-F89D-162C-430D-A67CDB907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51472E-A988-97E6-BE80-800D82A85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DD5BCCB-D55E-48E9-B3EF-4039343C730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1FF349-91F2-943A-53DB-8B40011ACB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B649415-431E-4C2E-AFAB-B57DDAA3F2CF}" type="datetime1">
              <a:t>2026/10/26</a:t>
            </a:fld>
            <a:endParaRPr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818721-D946-8F52-1BA5-652865DFED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2026年●月●日　業務連絡会議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EF18FC-A205-F4C7-C1DC-7C000FEC2B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BC1460-F414-4C6E-90D4-E0190E60DE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9120D5-DCD8-9629-FBBD-DBB27C4E7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6C35A03-63F6-6F3B-FE75-1792AAC5C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238177-A00A-5A2D-F08A-0CB0130DC2C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745F09F-F6AC-F4AC-092F-0BABE70FAC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30556DD-B1F8-48FD-95BB-7139E95C808B}" type="datetime1">
              <a:t>2026/10/26</a:t>
            </a:fld>
            <a:endParaRPr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80B1B4-B81E-AC1C-37F8-BADD4E134C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2026年●月●日　業務連絡会議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0B3ADA-A46A-9BFE-BAF2-C38CF6C41E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BC1460-F414-4C6E-90D4-E0190E60DE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ACB4A0-485E-853A-51D5-F1F89DB0B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08ABF95-F464-3F36-94DE-475A5A70A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B399CD-20BE-4DF3-286D-F894664D14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A051F53-E3B3-4DA9-8647-29C5945EE75F}" type="datetime1">
              <a:t>2026/10/26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D13441-13E1-8516-72A5-358AD03E51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2026年●月●日　業務連絡会議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99D1FA-EEEC-4D4C-9FD8-311EA0529C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BC1460-F414-4C6E-90D4-E0190E60DE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0167745-B4F8-1F8F-D16C-1CBDF92B8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4D0751-9B12-3FE7-B5E7-A5374B967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5158FC-1FEC-49A5-0532-DBED33FB14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CE6F57A-76F6-4010-AF0C-15A4021D8063}" type="datetime1">
              <a:t>2026/10/26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C496BA-4771-253C-0E78-A59561B4F7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2026年●月●日　業務連絡会議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41C4F3-5D3F-943B-A1D1-4A9CC3B35B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BC1460-F414-4C6E-90D4-E0190E60DE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0AF4FEC-35B3-D840-4881-9B6311B2E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0063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555237-B8A8-6BDC-316D-1038210C5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365" y="744071"/>
            <a:ext cx="11851341" cy="543289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047707-6792-9E50-8A82-4CEB3C3755F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613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95CA7-8EB2-42F2-8070-F18E8A59DAD4}" type="datetime1">
              <a:t>2026/10/26</a:t>
            </a:fld>
            <a:endParaRPr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B317B4-375D-0450-E26F-E93D3B1DA36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t>2026年●月●日　業務連絡会議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B97A87-D2CE-B227-E8AA-9ACE21E7BBA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926950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C1460-F414-4C6E-90D4-E0190E60DE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9AC77E-9726-F66A-D2BB-53ABE41E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事業開発部 プロジェクト開発担当 品質管理担当</a:t>
            </a:r>
          </a:p>
        </p:txBody>
      </p:sp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FE8E53F8-AAC0-4074-ABBF-A714264802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5156212"/>
              </p:ext>
            </p:extLst>
          </p:nvPr>
        </p:nvGraphicFramePr>
        <p:xfrm>
          <a:off x="161925" y="744538"/>
          <a:ext cx="11850687" cy="60118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50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11111"/>
                          </a:solidFill>
                        </a:rPr>
                        <a:t>課題１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11111"/>
                          </a:solidFill>
                        </a:rPr>
                        <a:t>課題２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11111"/>
                          </a:solidFill>
                        </a:rPr>
                        <a:t>課題３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</a:rPr>
                        <a:t>新横浜第９出入口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</a:rPr>
                        <a:t>鶴屋町１丁目プロジェクト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11111"/>
                          </a:solidFill>
                        </a:rPr>
                        <a:t>ホテルプロジェクト（渋谷・御殿場）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5278">
                <a:tc>
                  <a:txBody>
                    <a:bodyPr/>
                    <a:lstStyle/>
                    <a:p>
                      <a:r>
                        <a:rPr lang="ja-JP" altLang="en-US" sz="1400" b="1" dirty="0">
                          <a:latin typeface="+mn-lt"/>
                        </a:rPr>
                        <a:t>【現状・課題】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・市交通局起因で既設出入口の鉄筋相違が判明し、10/1から工事を一時中止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・再開時期は未定（現場事務所は10月末で閉鎖）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ja-JP" altLang="en-US" sz="1400" b="1" dirty="0">
                          <a:latin typeface="+mn-lt"/>
                        </a:rPr>
                        <a:t>【取り組み】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・市交の協議書への回答方針を弁護士と協議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・市交が既存躯体の構造検証を実施予定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ja-JP" altLang="en-US" sz="1400" b="1" dirty="0">
                          <a:latin typeface="+mn-lt"/>
                        </a:rPr>
                        <a:t>【今後】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・部長級会議の設置を市交に依頼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・工事再開に向けたアクションプランの作成を市交に要請</a:t>
                      </a:r>
                      <a:endParaRPr lang="ja-JP" alt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b="1" dirty="0">
                          <a:latin typeface="+mn-lt"/>
                        </a:rPr>
                        <a:t>【現状・課題】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・基本設計時の概算見積が想定工事費を大幅に超過し、事業性の確保が課題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ja-JP" altLang="en-US" sz="1400" b="1" dirty="0">
                          <a:latin typeface="+mn-lt"/>
                        </a:rPr>
                        <a:t>【取り組み】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・設計を見直し（1階増、耐震壁付ラーメン構造へ変更）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・ゼネコン1社特命から複数社入札へ切替え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・コスモスイニシアと収益改善策、隣地地権者と土地賃貸借予約契約を協議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ja-JP" altLang="en-US" sz="1400" b="1" dirty="0">
                          <a:latin typeface="+mn-lt"/>
                        </a:rPr>
                        <a:t>【今後】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・12月中旬に見積を受領し、工事費と事業性を精査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・年明けの社内説明・事業承認を目指す</a:t>
                      </a:r>
                      <a:endParaRPr lang="ja-JP" altLang="en-US" sz="1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b="1" dirty="0">
                          <a:latin typeface="+mn-lt"/>
                        </a:rPr>
                        <a:t>【現状・課題】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・商品性を保ちつつ工事費・工程を計画内に収めること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・インテリアとFF&amp;E・OS&amp;E（オーナー負担）の必要費用と予算の乖離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ja-JP" altLang="en-US" sz="1400" b="1" dirty="0">
                          <a:latin typeface="+mn-lt"/>
                        </a:rPr>
                        <a:t>【取り組み】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・御殿場：基本設計完了。VE・CD案を実施設計に反映し工事費増を抑制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・渋谷：27年度内売却を見据え工程を再検証。追加工事費の合意書をゼネコンと締結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ja-JP" altLang="en-US" sz="1400" b="1" dirty="0">
                          <a:latin typeface="+mn-lt"/>
                        </a:rPr>
                        <a:t>【今後】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・御殿場：実施設計へ移行し、コスト・工程を管理</a:t>
                      </a:r>
                      <a:endParaRPr lang="ja-JP" altLang="en-US" sz="1400" dirty="0">
                        <a:latin typeface="+mn-lt"/>
                      </a:endParaRPr>
                    </a:p>
                    <a:p>
                      <a:r>
                        <a:rPr lang="ja-JP" altLang="en-US" sz="1400" dirty="0">
                          <a:latin typeface="+mn-lt"/>
                        </a:rPr>
                        <a:t>・渋谷：設計変更による費用・工程への影響を整理し、事業判断の材料を提示</a:t>
                      </a:r>
                      <a:endParaRPr lang="ja-JP" altLang="en-US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87DECC-A3C6-8233-7A5F-85F8934FB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defPPr>
              <a:defRPr sz="1400"/>
            </a:defPPr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fld id="{D0BC1460-F414-4C6E-90D4-E0190E60DE9D}" type="slidenum">
              <a:rPr sz="1400"/>
              <a:t>1</a:t>
            </a:fld>
            <a:endParaRPr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2911D14-AE17-126D-B551-8C96264281B5}"/>
              </a:ext>
            </a:extLst>
          </p:cNvPr>
          <p:cNvSpPr>
            <a:spLocks noGrp="1"/>
          </p:cNvSpPr>
          <p:nvPr/>
        </p:nvSpPr>
        <p:spPr>
          <a:xfrm>
            <a:off x="9269506" y="136525"/>
            <a:ext cx="2665319" cy="35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r>
              <a:t>発表者：村田貴広</a:t>
            </a:r>
          </a:p>
        </p:txBody>
      </p:sp>
    </p:spTree>
    <p:extLst>
      <p:ext uri="{BB962C8B-B14F-4D97-AF65-F5344CB8AC3E}">
        <p14:creationId xmlns:p14="http://schemas.microsoft.com/office/powerpoint/2010/main" val="133205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532</Words>
  <Application>Microsoft Office PowerPoint</Application>
  <DocSecurity>0</DocSecurity>
  <PresentationFormat>ワイド画面</PresentationFormat>
  <Paragraphs>26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Meiryo UI</vt:lpstr>
      <vt:lpstr>Arial</vt:lpstr>
      <vt:lpstr>Office テーマ</vt:lpstr>
      <vt:lpstr>事業開発部 プロジェクト開発担当 品質管理担当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村田貴広</cp:lastModifiedBy>
  <cp:revision>2</cp:revision>
  <dcterms:created xsi:type="dcterms:W3CDTF">2026-10-26T04:25:11Z</dcterms:created>
  <dcterms:modified xsi:type="dcterms:W3CDTF">2026-10-26T06:59:06Z</dcterms:modified>
</cp:coreProperties>
</file>